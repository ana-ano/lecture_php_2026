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325" r:id="rId8"/>
    <p:sldId id="261" r:id="rId9"/>
    <p:sldId id="326" r:id="rId10"/>
    <p:sldId id="327" r:id="rId11"/>
    <p:sldId id="324" r:id="rId12"/>
  </p:sldIdLst>
  <p:sldSz cx="9144000" cy="5143500" type="screen16x9"/>
  <p:notesSz cx="6858000" cy="9144000"/>
  <p:embeddedFontLst>
    <p:embeddedFont>
      <p:font typeface="Oswald" panose="00000500000000000000"/>
      <p:regular r:id="rId16"/>
    </p:embeddedFont>
    <p:embeddedFont>
      <p:font typeface="Roboto" panose="02000000000000000000"/>
      <p:regular r:id="rId17"/>
    </p:embeddedFont>
    <p:embeddedFont>
      <p:font typeface="Livvic"/>
      <p:regular r:id="rId18"/>
    </p:embeddedFont>
    <p:embeddedFont>
      <p:font typeface="Raleway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  <p:embeddedFont>
      <p:font typeface="Calibri" panose="020F0502020204030204" pitchFamily="34" charset="-122"/>
      <p:regular r:id="rId24"/>
    </p:embeddedFont>
    <p:embeddedFont>
      <p:font typeface="Calibri" panose="020F0502020204030204" pitchFamily="34" charset="-120"/>
      <p:regular r:id="rId25"/>
    </p:embeddedFont>
    <p:embeddedFont>
      <p:font typeface="Consolas" panose="020B0609020204030204"/>
      <p:regular r:id="rId26"/>
      <p:bold r:id="rId27"/>
      <p:italic r:id="rId28"/>
      <p:boldItalic r:id="rId29"/>
    </p:embeddedFont>
    <p:embeddedFont>
      <p:font typeface="Consolas" panose="020B0609020204030204" pitchFamily="34" charset="0"/>
      <p:regular r:id="rId30"/>
      <p:bold r:id="rId31"/>
      <p:italic r:id="rId32"/>
      <p:boldItalic r:id="rId33"/>
    </p:embeddedFont>
    <p:embeddedFont>
      <p:font typeface="Consolas" panose="020B0609020204030204" pitchFamily="34" charset="-122"/>
      <p:regular r:id="rId34"/>
    </p:embeddedFont>
    <p:embeddedFont>
      <p:font typeface="Consolas" panose="020B0609020204030204" pitchFamily="34" charset="-120"/>
      <p:regular r:id="rId35"/>
    </p:embeddedFont>
    <p:embeddedFont>
      <p:font typeface="Georgia" panose="02040502050405020303" pitchFamily="34" charset="-122"/>
      <p:regular r:id="rId36"/>
    </p:embeddedFont>
  </p:embeddedFontLst>
  <p:custDataLst>
    <p:tags r:id="rId3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5F"/>
    <a:srgbClr val="123273"/>
    <a:srgbClr val="102A5C"/>
    <a:srgbClr val="0F2044"/>
    <a:srgbClr val="D31FE1"/>
    <a:srgbClr val="1A2A3F"/>
    <a:srgbClr val="0011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13.xml"/><Relationship Id="rId36" Type="http://schemas.openxmlformats.org/officeDocument/2006/relationships/font" Target="fonts/font21.fntdata"/><Relationship Id="rId35" Type="http://schemas.openxmlformats.org/officeDocument/2006/relationships/font" Target="fonts/font20.fntdata"/><Relationship Id="rId34" Type="http://schemas.openxmlformats.org/officeDocument/2006/relationships/font" Target="fonts/font19.fntdata"/><Relationship Id="rId33" Type="http://schemas.openxmlformats.org/officeDocument/2006/relationships/font" Target="fonts/font18.fntdata"/><Relationship Id="rId32" Type="http://schemas.openxmlformats.org/officeDocument/2006/relationships/font" Target="fonts/font17.fntdata"/><Relationship Id="rId31" Type="http://schemas.openxmlformats.org/officeDocument/2006/relationships/font" Target="fonts/font16.fntdata"/><Relationship Id="rId30" Type="http://schemas.openxmlformats.org/officeDocument/2006/relationships/font" Target="fonts/font15.fntdata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8b8ed53e2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8b8ed53e2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8b8ed53e21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8b8ed53e21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freepik.com/" TargetMode="External"/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 panose="020000000000000000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 panose="020000000000000000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 panose="020000000000000000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 panose="020000000000000000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 panose="020000000000000000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 panose="020000000000000000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 panose="020000000000000000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 panose="020000000000000000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 panose="02000000000000000000"/>
              <a:buChar char="■"/>
              <a:defRPr sz="1200"/>
            </a:lvl9pPr>
          </a:lstStyle>
          <a:p/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162065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1836640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title" idx="3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" name="Google Shape;35;p5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6" name="Google Shape;36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" name="Google Shape;41;p5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42" name="Google Shape;42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1552575" y="531500"/>
            <a:ext cx="4714800" cy="1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903250" y="1834838"/>
            <a:ext cx="5337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94" name="Google Shape;94;p11"/>
          <p:cNvGrpSpPr/>
          <p:nvPr/>
        </p:nvGrpSpPr>
        <p:grpSpPr>
          <a:xfrm flipH="1">
            <a:off x="6720423" y="3784091"/>
            <a:ext cx="2423582" cy="1357541"/>
            <a:chOff x="-77" y="3784091"/>
            <a:chExt cx="2423582" cy="1357541"/>
          </a:xfrm>
        </p:grpSpPr>
        <p:sp>
          <p:nvSpPr>
            <p:cNvPr id="95" name="Google Shape;95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0" name="Google Shape;100;p11"/>
          <p:cNvGrpSpPr/>
          <p:nvPr/>
        </p:nvGrpSpPr>
        <p:grpSpPr>
          <a:xfrm rot="10800000" flipH="1">
            <a:off x="-77" y="-9"/>
            <a:ext cx="2423582" cy="1357541"/>
            <a:chOff x="-77" y="3784091"/>
            <a:chExt cx="2423582" cy="1357541"/>
          </a:xfrm>
        </p:grpSpPr>
        <p:sp>
          <p:nvSpPr>
            <p:cNvPr id="101" name="Google Shape;101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9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1902600" y="1543600"/>
            <a:ext cx="5338800" cy="13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13"/>
          <p:cNvSpPr txBox="1">
            <a:spLocks noGrp="1"/>
          </p:cNvSpPr>
          <p:nvPr>
            <p:ph type="title" idx="2"/>
          </p:nvPr>
        </p:nvSpPr>
        <p:spPr>
          <a:xfrm>
            <a:off x="1902600" y="2989400"/>
            <a:ext cx="5338800" cy="6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10" name="Google Shape;110;p13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111" name="Google Shape;111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6" name="Google Shape;116;p13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117" name="Google Shape;117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15"/>
          <p:cNvSpPr txBox="1">
            <a:spLocks noGrp="1"/>
          </p:cNvSpPr>
          <p:nvPr>
            <p:ph type="title" idx="2" hasCustomPrompt="1"/>
          </p:nvPr>
        </p:nvSpPr>
        <p:spPr>
          <a:xfrm>
            <a:off x="12120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>
            <a:spLocks noGrp="1"/>
          </p:cNvSpPr>
          <p:nvPr>
            <p:ph type="title" idx="3" hasCustomPrompt="1"/>
          </p:nvPr>
        </p:nvSpPr>
        <p:spPr>
          <a:xfrm>
            <a:off x="31211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5"/>
          <p:cNvSpPr txBox="1">
            <a:spLocks noGrp="1"/>
          </p:cNvSpPr>
          <p:nvPr>
            <p:ph type="title" idx="4" hasCustomPrompt="1"/>
          </p:nvPr>
        </p:nvSpPr>
        <p:spPr>
          <a:xfrm>
            <a:off x="50302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5"/>
          <p:cNvSpPr txBox="1">
            <a:spLocks noGrp="1"/>
          </p:cNvSpPr>
          <p:nvPr>
            <p:ph type="title" idx="5" hasCustomPrompt="1"/>
          </p:nvPr>
        </p:nvSpPr>
        <p:spPr>
          <a:xfrm>
            <a:off x="69393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5"/>
          <p:cNvSpPr txBox="1">
            <a:spLocks noGrp="1"/>
          </p:cNvSpPr>
          <p:nvPr>
            <p:ph type="subTitle" idx="1"/>
          </p:nvPr>
        </p:nvSpPr>
        <p:spPr>
          <a:xfrm>
            <a:off x="114747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5"/>
          <p:cNvSpPr txBox="1">
            <a:spLocks noGrp="1"/>
          </p:cNvSpPr>
          <p:nvPr>
            <p:ph type="subTitle" idx="6"/>
          </p:nvPr>
        </p:nvSpPr>
        <p:spPr>
          <a:xfrm>
            <a:off x="305655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5"/>
          <p:cNvSpPr txBox="1">
            <a:spLocks noGrp="1"/>
          </p:cNvSpPr>
          <p:nvPr>
            <p:ph type="subTitle" idx="7"/>
          </p:nvPr>
        </p:nvSpPr>
        <p:spPr>
          <a:xfrm>
            <a:off x="496562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5"/>
          <p:cNvSpPr txBox="1">
            <a:spLocks noGrp="1"/>
          </p:cNvSpPr>
          <p:nvPr>
            <p:ph type="subTitle" idx="8"/>
          </p:nvPr>
        </p:nvSpPr>
        <p:spPr>
          <a:xfrm>
            <a:off x="68747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4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5"/>
          <p:cNvSpPr txBox="1">
            <a:spLocks noGrp="1"/>
          </p:cNvSpPr>
          <p:nvPr>
            <p:ph type="subTitle" idx="9"/>
          </p:nvPr>
        </p:nvSpPr>
        <p:spPr>
          <a:xfrm>
            <a:off x="1041500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5"/>
          <p:cNvSpPr txBox="1">
            <a:spLocks noGrp="1"/>
          </p:cNvSpPr>
          <p:nvPr>
            <p:ph type="subTitle" idx="13"/>
          </p:nvPr>
        </p:nvSpPr>
        <p:spPr>
          <a:xfrm>
            <a:off x="2925197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5"/>
          <p:cNvSpPr txBox="1">
            <a:spLocks noGrp="1"/>
          </p:cNvSpPr>
          <p:nvPr>
            <p:ph type="subTitle" idx="14"/>
          </p:nvPr>
        </p:nvSpPr>
        <p:spPr>
          <a:xfrm>
            <a:off x="4885095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5"/>
          <p:cNvSpPr txBox="1">
            <a:spLocks noGrp="1"/>
          </p:cNvSpPr>
          <p:nvPr>
            <p:ph type="subTitle" idx="15"/>
          </p:nvPr>
        </p:nvSpPr>
        <p:spPr>
          <a:xfrm>
            <a:off x="6768792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4" name="Google Shape;154;p15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55" name="Google Shape;155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0" name="Google Shape;160;p15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61" name="Google Shape;161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16"/>
          <p:cNvSpPr txBox="1">
            <a:spLocks noGrp="1"/>
          </p:cNvSpPr>
          <p:nvPr>
            <p:ph type="subTitle" idx="1"/>
          </p:nvPr>
        </p:nvSpPr>
        <p:spPr>
          <a:xfrm>
            <a:off x="719700" y="24349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/>
        </p:txBody>
      </p:sp>
      <p:sp>
        <p:nvSpPr>
          <p:cNvPr id="169" name="Google Shape;169;p16"/>
          <p:cNvSpPr txBox="1">
            <a:spLocks noGrp="1"/>
          </p:cNvSpPr>
          <p:nvPr>
            <p:ph type="subTitle" idx="2"/>
          </p:nvPr>
        </p:nvSpPr>
        <p:spPr>
          <a:xfrm>
            <a:off x="719850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6"/>
          <p:cNvSpPr txBox="1">
            <a:spLocks noGrp="1"/>
          </p:cNvSpPr>
          <p:nvPr>
            <p:ph type="subTitle" idx="3"/>
          </p:nvPr>
        </p:nvSpPr>
        <p:spPr>
          <a:xfrm>
            <a:off x="3413619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/>
        </p:txBody>
      </p:sp>
      <p:sp>
        <p:nvSpPr>
          <p:cNvPr id="171" name="Google Shape;171;p16"/>
          <p:cNvSpPr txBox="1">
            <a:spLocks noGrp="1"/>
          </p:cNvSpPr>
          <p:nvPr>
            <p:ph type="subTitle" idx="4"/>
          </p:nvPr>
        </p:nvSpPr>
        <p:spPr>
          <a:xfrm>
            <a:off x="3413619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6"/>
          <p:cNvSpPr txBox="1">
            <a:spLocks noGrp="1"/>
          </p:cNvSpPr>
          <p:nvPr>
            <p:ph type="subTitle" idx="5"/>
          </p:nvPr>
        </p:nvSpPr>
        <p:spPr>
          <a:xfrm>
            <a:off x="6107075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3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/>
        </p:txBody>
      </p:sp>
      <p:sp>
        <p:nvSpPr>
          <p:cNvPr id="173" name="Google Shape;173;p16"/>
          <p:cNvSpPr txBox="1">
            <a:spLocks noGrp="1"/>
          </p:cNvSpPr>
          <p:nvPr>
            <p:ph type="subTitle" idx="6"/>
          </p:nvPr>
        </p:nvSpPr>
        <p:spPr>
          <a:xfrm>
            <a:off x="6107075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4" name="Google Shape;174;p16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175" name="Google Shape;175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0" name="Google Shape;180;p16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81" name="Google Shape;181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_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" name="Google Shape;188;p17"/>
          <p:cNvSpPr txBox="1">
            <a:spLocks noGrp="1"/>
          </p:cNvSpPr>
          <p:nvPr>
            <p:ph type="subTitle" idx="1"/>
          </p:nvPr>
        </p:nvSpPr>
        <p:spPr>
          <a:xfrm>
            <a:off x="71997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7"/>
          <p:cNvSpPr txBox="1">
            <a:spLocks noGrp="1"/>
          </p:cNvSpPr>
          <p:nvPr>
            <p:ph type="subTitle" idx="2"/>
          </p:nvPr>
        </p:nvSpPr>
        <p:spPr>
          <a:xfrm>
            <a:off x="3964163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7"/>
          <p:cNvSpPr txBox="1">
            <a:spLocks noGrp="1"/>
          </p:cNvSpPr>
          <p:nvPr>
            <p:ph type="subTitle" idx="3"/>
          </p:nvPr>
        </p:nvSpPr>
        <p:spPr>
          <a:xfrm>
            <a:off x="714182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7"/>
          <p:cNvSpPr txBox="1">
            <a:spLocks noGrp="1"/>
          </p:cNvSpPr>
          <p:nvPr>
            <p:ph type="subTitle" idx="4"/>
          </p:nvPr>
        </p:nvSpPr>
        <p:spPr>
          <a:xfrm>
            <a:off x="71997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7"/>
          <p:cNvSpPr txBox="1">
            <a:spLocks noGrp="1"/>
          </p:cNvSpPr>
          <p:nvPr>
            <p:ph type="subTitle" idx="5"/>
          </p:nvPr>
        </p:nvSpPr>
        <p:spPr>
          <a:xfrm>
            <a:off x="714182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3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7"/>
          <p:cNvSpPr txBox="1">
            <a:spLocks noGrp="1"/>
          </p:cNvSpPr>
          <p:nvPr>
            <p:ph type="subTitle" idx="6"/>
          </p:nvPr>
        </p:nvSpPr>
        <p:spPr>
          <a:xfrm>
            <a:off x="3964163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4" name="Google Shape;194;p17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95" name="Google Shape;195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0" name="Google Shape;200;p17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01" name="Google Shape;201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" name="Google Shape;208;p18"/>
          <p:cNvSpPr txBox="1">
            <a:spLocks noGrp="1"/>
          </p:cNvSpPr>
          <p:nvPr>
            <p:ph type="subTitle" idx="1"/>
          </p:nvPr>
        </p:nvSpPr>
        <p:spPr>
          <a:xfrm>
            <a:off x="1842250" y="1618793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/>
        </p:txBody>
      </p:sp>
      <p:sp>
        <p:nvSpPr>
          <p:cNvPr id="209" name="Google Shape;209;p18"/>
          <p:cNvSpPr txBox="1">
            <a:spLocks noGrp="1"/>
          </p:cNvSpPr>
          <p:nvPr>
            <p:ph type="subTitle" idx="2"/>
          </p:nvPr>
        </p:nvSpPr>
        <p:spPr>
          <a:xfrm>
            <a:off x="1417550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175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8"/>
          <p:cNvSpPr txBox="1">
            <a:spLocks noGrp="1"/>
          </p:cNvSpPr>
          <p:nvPr>
            <p:ph type="subTitle" idx="3"/>
          </p:nvPr>
        </p:nvSpPr>
        <p:spPr>
          <a:xfrm>
            <a:off x="1842594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3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/>
        </p:txBody>
      </p:sp>
      <p:sp>
        <p:nvSpPr>
          <p:cNvPr id="211" name="Google Shape;211;p18"/>
          <p:cNvSpPr txBox="1">
            <a:spLocks noGrp="1"/>
          </p:cNvSpPr>
          <p:nvPr>
            <p:ph type="subTitle" idx="4"/>
          </p:nvPr>
        </p:nvSpPr>
        <p:spPr>
          <a:xfrm>
            <a:off x="1417574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4064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>
            <a:spLocks noGrp="1"/>
          </p:cNvSpPr>
          <p:nvPr>
            <p:ph type="subTitle" idx="5"/>
          </p:nvPr>
        </p:nvSpPr>
        <p:spPr>
          <a:xfrm>
            <a:off x="5618913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4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/>
        </p:txBody>
      </p:sp>
      <p:sp>
        <p:nvSpPr>
          <p:cNvPr id="213" name="Google Shape;213;p18"/>
          <p:cNvSpPr txBox="1">
            <a:spLocks noGrp="1"/>
          </p:cNvSpPr>
          <p:nvPr>
            <p:ph type="subTitle" idx="6"/>
          </p:nvPr>
        </p:nvSpPr>
        <p:spPr>
          <a:xfrm>
            <a:off x="5618975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8"/>
          <p:cNvSpPr txBox="1">
            <a:spLocks noGrp="1"/>
          </p:cNvSpPr>
          <p:nvPr>
            <p:ph type="subTitle" idx="7"/>
          </p:nvPr>
        </p:nvSpPr>
        <p:spPr>
          <a:xfrm>
            <a:off x="5618957" y="1618793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 panose="00000500000000000000"/>
              <a:buNone/>
              <a:defRPr sz="18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/>
        </p:txBody>
      </p:sp>
      <p:sp>
        <p:nvSpPr>
          <p:cNvPr id="215" name="Google Shape;215;p18"/>
          <p:cNvSpPr txBox="1">
            <a:spLocks noGrp="1"/>
          </p:cNvSpPr>
          <p:nvPr>
            <p:ph type="subTitle" idx="8"/>
          </p:nvPr>
        </p:nvSpPr>
        <p:spPr>
          <a:xfrm>
            <a:off x="5619026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175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6" name="Google Shape;216;p18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17" name="Google Shape;217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2" name="Google Shape;222;p18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23" name="Google Shape;223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5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19"/>
          <p:cNvSpPr txBox="1">
            <a:spLocks noGrp="1"/>
          </p:cNvSpPr>
          <p:nvPr>
            <p:ph type="subTitle" idx="1"/>
          </p:nvPr>
        </p:nvSpPr>
        <p:spPr>
          <a:xfrm>
            <a:off x="4211675" y="142988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9"/>
          <p:cNvSpPr txBox="1">
            <a:spLocks noGrp="1"/>
          </p:cNvSpPr>
          <p:nvPr>
            <p:ph type="title" idx="2" hasCustomPrompt="1"/>
          </p:nvPr>
        </p:nvSpPr>
        <p:spPr>
          <a:xfrm>
            <a:off x="3331225" y="1443350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19"/>
          <p:cNvSpPr txBox="1">
            <a:spLocks noGrp="1"/>
          </p:cNvSpPr>
          <p:nvPr>
            <p:ph type="subTitle" idx="3"/>
          </p:nvPr>
        </p:nvSpPr>
        <p:spPr>
          <a:xfrm>
            <a:off x="4211675" y="1694759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9"/>
          <p:cNvSpPr txBox="1">
            <a:spLocks noGrp="1"/>
          </p:cNvSpPr>
          <p:nvPr>
            <p:ph type="subTitle" idx="4"/>
          </p:nvPr>
        </p:nvSpPr>
        <p:spPr>
          <a:xfrm>
            <a:off x="4211675" y="2521206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9"/>
          <p:cNvSpPr txBox="1">
            <a:spLocks noGrp="1"/>
          </p:cNvSpPr>
          <p:nvPr>
            <p:ph type="title" idx="5" hasCustomPrompt="1"/>
          </p:nvPr>
        </p:nvSpPr>
        <p:spPr>
          <a:xfrm>
            <a:off x="3331225" y="2515672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9"/>
          <p:cNvSpPr txBox="1">
            <a:spLocks noGrp="1"/>
          </p:cNvSpPr>
          <p:nvPr>
            <p:ph type="subTitle" idx="6"/>
          </p:nvPr>
        </p:nvSpPr>
        <p:spPr>
          <a:xfrm>
            <a:off x="4211675" y="2786080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9"/>
          <p:cNvSpPr txBox="1">
            <a:spLocks noGrp="1"/>
          </p:cNvSpPr>
          <p:nvPr>
            <p:ph type="subTitle" idx="7"/>
          </p:nvPr>
        </p:nvSpPr>
        <p:spPr>
          <a:xfrm>
            <a:off x="4211825" y="361252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3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9"/>
          <p:cNvSpPr txBox="1">
            <a:spLocks noGrp="1"/>
          </p:cNvSpPr>
          <p:nvPr>
            <p:ph type="title" idx="8" hasCustomPrompt="1"/>
          </p:nvPr>
        </p:nvSpPr>
        <p:spPr>
          <a:xfrm>
            <a:off x="3331225" y="3612527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19"/>
          <p:cNvSpPr txBox="1">
            <a:spLocks noGrp="1"/>
          </p:cNvSpPr>
          <p:nvPr>
            <p:ph type="subTitle" idx="9"/>
          </p:nvPr>
        </p:nvSpPr>
        <p:spPr>
          <a:xfrm>
            <a:off x="4211825" y="3877401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9" name="Google Shape;239;p19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240" name="Google Shape;240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5" name="Google Shape;245;p19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246" name="Google Shape;246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p20"/>
          <p:cNvSpPr txBox="1">
            <a:spLocks noGrp="1"/>
          </p:cNvSpPr>
          <p:nvPr>
            <p:ph type="title" idx="2" hasCustomPrompt="1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0"/>
          <p:cNvSpPr txBox="1">
            <a:spLocks noGrp="1"/>
          </p:cNvSpPr>
          <p:nvPr>
            <p:ph type="title" idx="5" hasCustomPrompt="1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0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3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0"/>
          <p:cNvSpPr txBox="1">
            <a:spLocks noGrp="1"/>
          </p:cNvSpPr>
          <p:nvPr>
            <p:ph type="title" idx="8" hasCustomPrompt="1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0"/>
          <p:cNvSpPr txBox="1">
            <a:spLocks noGrp="1"/>
          </p:cNvSpPr>
          <p:nvPr>
            <p:ph type="subTitle" idx="13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4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0"/>
          <p:cNvSpPr txBox="1">
            <a:spLocks noGrp="1"/>
          </p:cNvSpPr>
          <p:nvPr>
            <p:ph type="title" idx="14" hasCustomPrompt="1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15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0"/>
          <p:cNvSpPr txBox="1">
            <a:spLocks noGrp="1"/>
          </p:cNvSpPr>
          <p:nvPr>
            <p:ph type="subTitle" idx="16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5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0"/>
          <p:cNvSpPr txBox="1">
            <a:spLocks noGrp="1"/>
          </p:cNvSpPr>
          <p:nvPr>
            <p:ph type="title" idx="17" hasCustomPrompt="1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>
            <a:spLocks noGrp="1"/>
          </p:cNvSpPr>
          <p:nvPr>
            <p:ph type="subTitle" idx="18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0"/>
          <p:cNvSpPr txBox="1">
            <a:spLocks noGrp="1"/>
          </p:cNvSpPr>
          <p:nvPr>
            <p:ph type="subTitle" idx="19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 panose="00000500000000000000"/>
              <a:buNone/>
              <a:defRPr sz="1800">
                <a:solidFill>
                  <a:schemeClr val="accent6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0"/>
          <p:cNvSpPr txBox="1">
            <a:spLocks noGrp="1"/>
          </p:cNvSpPr>
          <p:nvPr>
            <p:ph type="title" idx="20" hasCustomPrompt="1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 panose="00000500000000000000"/>
              <a:buNone/>
              <a:defRPr sz="3000"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21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1" name="Google Shape;271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2"/>
          <p:cNvGrpSpPr/>
          <p:nvPr/>
        </p:nvGrpSpPr>
        <p:grpSpPr>
          <a:xfrm>
            <a:off x="-9" y="1669058"/>
            <a:ext cx="2781383" cy="1805382"/>
            <a:chOff x="8024127" y="984378"/>
            <a:chExt cx="2502369" cy="1624275"/>
          </a:xfrm>
        </p:grpSpPr>
        <p:sp>
          <p:nvSpPr>
            <p:cNvPr id="311" name="Google Shape;311;p22"/>
            <p:cNvSpPr/>
            <p:nvPr/>
          </p:nvSpPr>
          <p:spPr>
            <a:xfrm>
              <a:off x="8647339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8759904" y="2562003"/>
              <a:ext cx="65680" cy="30106"/>
            </a:xfrm>
            <a:custGeom>
              <a:avLst/>
              <a:gdLst/>
              <a:ahLst/>
              <a:cxnLst/>
              <a:rect l="l" t="t" r="r" b="b"/>
              <a:pathLst>
                <a:path w="2258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8872440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0089400" y="2205025"/>
              <a:ext cx="25" cy="50050"/>
            </a:xfrm>
            <a:custGeom>
              <a:avLst/>
              <a:gdLst/>
              <a:ahLst/>
              <a:cxnLst/>
              <a:rect l="l" t="t" r="r" b="b"/>
              <a:pathLst>
                <a:path w="1" h="2002" extrusionOk="0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8024127" y="984378"/>
              <a:ext cx="2502369" cy="1624275"/>
            </a:xfrm>
            <a:custGeom>
              <a:avLst/>
              <a:gdLst/>
              <a:ahLst/>
              <a:cxnLst/>
              <a:rect l="l" t="t" r="r" b="b"/>
              <a:pathLst>
                <a:path w="86029" h="55841" extrusionOk="0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8024127" y="984378"/>
              <a:ext cx="2502369" cy="262020"/>
            </a:xfrm>
            <a:custGeom>
              <a:avLst/>
              <a:gdLst/>
              <a:ahLst/>
              <a:cxnLst/>
              <a:rect l="l" t="t" r="r" b="b"/>
              <a:pathLst>
                <a:path w="86029" h="9008" extrusionOk="0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8125057" y="1324952"/>
              <a:ext cx="2305388" cy="1198318"/>
            </a:xfrm>
            <a:custGeom>
              <a:avLst/>
              <a:gdLst/>
              <a:ahLst/>
              <a:cxnLst/>
              <a:rect l="l" t="t" r="r" b="b"/>
              <a:pathLst>
                <a:path w="79257" h="41197" extrusionOk="0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8191986" y="1394818"/>
              <a:ext cx="54365" cy="110620"/>
            </a:xfrm>
            <a:custGeom>
              <a:avLst/>
              <a:gdLst/>
              <a:ahLst/>
              <a:cxnLst/>
              <a:rect l="l" t="t" r="r" b="b"/>
              <a:pathLst>
                <a:path w="1869" h="3803" fill="none" extrusionOk="0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8385062" y="1394818"/>
              <a:ext cx="55354" cy="110620"/>
            </a:xfrm>
            <a:custGeom>
              <a:avLst/>
              <a:gdLst/>
              <a:ahLst/>
              <a:cxnLst/>
              <a:rect l="l" t="t" r="r" b="b"/>
              <a:pathLst>
                <a:path w="1903" h="3803" fill="none" extrusionOk="0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292887" y="1394818"/>
              <a:ext cx="43689" cy="120335"/>
            </a:xfrm>
            <a:custGeom>
              <a:avLst/>
              <a:gdLst/>
              <a:ahLst/>
              <a:cxnLst/>
              <a:rect l="l" t="t" r="r" b="b"/>
              <a:pathLst>
                <a:path w="1502" h="4137" fill="none" extrusionOk="0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8483055" y="1500548"/>
              <a:ext cx="31095" cy="31095"/>
            </a:xfrm>
            <a:custGeom>
              <a:avLst/>
              <a:gdLst/>
              <a:ahLst/>
              <a:cxnLst/>
              <a:rect l="l" t="t" r="r" b="b"/>
              <a:pathLst>
                <a:path w="1069" h="1069" extrusionOk="0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8528666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8593674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8219152" y="1627656"/>
              <a:ext cx="1656300" cy="29"/>
            </a:xfrm>
            <a:custGeom>
              <a:avLst/>
              <a:gdLst/>
              <a:ahLst/>
              <a:cxnLst/>
              <a:rect l="l" t="t" r="r" b="b"/>
              <a:pathLst>
                <a:path w="56942" h="1" fill="none" extrusionOk="0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9975312" y="1627656"/>
              <a:ext cx="128101" cy="29"/>
            </a:xfrm>
            <a:custGeom>
              <a:avLst/>
              <a:gdLst/>
              <a:ahLst/>
              <a:cxnLst/>
              <a:rect l="l" t="t" r="r" b="b"/>
              <a:pathLst>
                <a:path w="4404" h="1" fill="none" extrusionOk="0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0174205" y="1627656"/>
              <a:ext cx="163035" cy="29"/>
            </a:xfrm>
            <a:custGeom>
              <a:avLst/>
              <a:gdLst/>
              <a:ahLst/>
              <a:cxnLst/>
              <a:rect l="l" t="t" r="r" b="b"/>
              <a:pathLst>
                <a:path w="5605" h="1" fill="none" extrusionOk="0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8219152" y="1757673"/>
              <a:ext cx="1036300" cy="29"/>
            </a:xfrm>
            <a:custGeom>
              <a:avLst/>
              <a:gdLst/>
              <a:ahLst/>
              <a:cxnLst/>
              <a:rect l="l" t="t" r="r" b="b"/>
              <a:pathLst>
                <a:path w="35627" h="1" fill="none" extrusionOk="0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9408676" y="1757673"/>
              <a:ext cx="186335" cy="29"/>
            </a:xfrm>
            <a:custGeom>
              <a:avLst/>
              <a:gdLst/>
              <a:ahLst/>
              <a:cxnLst/>
              <a:rect l="l" t="t" r="r" b="b"/>
              <a:pathLst>
                <a:path w="6406" h="1" fill="none" extrusionOk="0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9090440" y="1832396"/>
              <a:ext cx="504581" cy="29"/>
            </a:xfrm>
            <a:custGeom>
              <a:avLst/>
              <a:gdLst/>
              <a:ahLst/>
              <a:cxnLst/>
              <a:rect l="l" t="t" r="r" b="b"/>
              <a:pathLst>
                <a:path w="17347" h="1" fill="none" extrusionOk="0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8919673" y="1832396"/>
              <a:ext cx="101923" cy="29"/>
            </a:xfrm>
            <a:custGeom>
              <a:avLst/>
              <a:gdLst/>
              <a:ahLst/>
              <a:cxnLst/>
              <a:rect l="l" t="t" r="r" b="b"/>
              <a:pathLst>
                <a:path w="3504" h="1" fill="none" extrusionOk="0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8737271" y="1832396"/>
              <a:ext cx="101894" cy="29"/>
            </a:xfrm>
            <a:custGeom>
              <a:avLst/>
              <a:gdLst/>
              <a:ahLst/>
              <a:cxnLst/>
              <a:rect l="l" t="t" r="r" b="b"/>
              <a:pathLst>
                <a:path w="3503" h="1" fill="none" extrusionOk="0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8555829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8373428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8373428" y="1923582"/>
              <a:ext cx="1570900" cy="29"/>
            </a:xfrm>
            <a:custGeom>
              <a:avLst/>
              <a:gdLst/>
              <a:ahLst/>
              <a:cxnLst/>
              <a:rect l="l" t="t" r="r" b="b"/>
              <a:pathLst>
                <a:path w="54006" h="1" fill="none" extrusionOk="0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8219152" y="1832396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8219152" y="1923582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8219152" y="2014798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8219152" y="2105984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10039331" y="1923582"/>
              <a:ext cx="216411" cy="29"/>
            </a:xfrm>
            <a:custGeom>
              <a:avLst/>
              <a:gdLst/>
              <a:ahLst/>
              <a:cxnLst/>
              <a:rect l="l" t="t" r="r" b="b"/>
              <a:pathLst>
                <a:path w="7440" h="1" fill="none" extrusionOk="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8369559" y="2014798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8369559" y="2107933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8369559" y="2202057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8369559" y="2295192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9090440" y="2295192"/>
              <a:ext cx="884929" cy="29"/>
            </a:xfrm>
            <a:custGeom>
              <a:avLst/>
              <a:gdLst/>
              <a:ahLst/>
              <a:cxnLst/>
              <a:rect l="l" t="t" r="r" b="b"/>
              <a:pathLst>
                <a:path w="30423" h="1" fill="none" extrusionOk="0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9615336" y="2202057"/>
              <a:ext cx="360016" cy="29"/>
            </a:xfrm>
            <a:custGeom>
              <a:avLst/>
              <a:gdLst/>
              <a:ahLst/>
              <a:cxnLst/>
              <a:rect l="l" t="t" r="r" b="b"/>
              <a:pathLst>
                <a:path w="12377" h="1" fill="none" extrusionOk="0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9832671" y="2105984"/>
              <a:ext cx="142674" cy="29"/>
            </a:xfrm>
            <a:custGeom>
              <a:avLst/>
              <a:gdLst/>
              <a:ahLst/>
              <a:cxnLst/>
              <a:rect l="l" t="t" r="r" b="b"/>
              <a:pathLst>
                <a:path w="4905" h="1" fill="none" extrusionOk="0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47" name="Google Shape;347;p22"/>
          <p:cNvGrpSpPr/>
          <p:nvPr/>
        </p:nvGrpSpPr>
        <p:grpSpPr>
          <a:xfrm flipH="1">
            <a:off x="7058589" y="1071875"/>
            <a:ext cx="2085403" cy="2999739"/>
            <a:chOff x="7435625" y="1209875"/>
            <a:chExt cx="1470250" cy="2114875"/>
          </a:xfrm>
        </p:grpSpPr>
        <p:sp>
          <p:nvSpPr>
            <p:cNvPr id="348" name="Google Shape;348;p22"/>
            <p:cNvSpPr/>
            <p:nvPr/>
          </p:nvSpPr>
          <p:spPr>
            <a:xfrm>
              <a:off x="765827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7494000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782172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970175" y="3087075"/>
              <a:ext cx="106775" cy="109250"/>
            </a:xfrm>
            <a:custGeom>
              <a:avLst/>
              <a:gdLst/>
              <a:ahLst/>
              <a:cxnLst/>
              <a:rect l="l" t="t" r="r" b="b"/>
              <a:pathLst>
                <a:path w="4271" h="4370" extrusionOk="0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970175" y="3087075"/>
              <a:ext cx="106775" cy="106750"/>
            </a:xfrm>
            <a:custGeom>
              <a:avLst/>
              <a:gdLst/>
              <a:ahLst/>
              <a:cxnLst/>
              <a:rect l="l" t="t" r="r" b="b"/>
              <a:pathLst>
                <a:path w="4271" h="4270" extrusionOk="0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7980175" y="3096250"/>
              <a:ext cx="87600" cy="88400"/>
            </a:xfrm>
            <a:custGeom>
              <a:avLst/>
              <a:gdLst/>
              <a:ahLst/>
              <a:cxnLst/>
              <a:rect l="l" t="t" r="r" b="b"/>
              <a:pathLst>
                <a:path w="3504" h="3536" extrusionOk="0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7980175" y="3139600"/>
              <a:ext cx="87600" cy="45050"/>
            </a:xfrm>
            <a:custGeom>
              <a:avLst/>
              <a:gdLst/>
              <a:ahLst/>
              <a:cxnLst/>
              <a:rect l="l" t="t" r="r" b="b"/>
              <a:pathLst>
                <a:path w="3504" h="1802" extrusionOk="0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63160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75335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7478150" y="2827700"/>
              <a:ext cx="664675" cy="30900"/>
            </a:xfrm>
            <a:custGeom>
              <a:avLst/>
              <a:gdLst/>
              <a:ahLst/>
              <a:cxnLst/>
              <a:rect l="l" t="t" r="r" b="b"/>
              <a:pathLst>
                <a:path w="26587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7977675" y="2891100"/>
              <a:ext cx="130125" cy="31700"/>
            </a:xfrm>
            <a:custGeom>
              <a:avLst/>
              <a:gdLst/>
              <a:ahLst/>
              <a:cxnLst/>
              <a:rect l="l" t="t" r="r" b="b"/>
              <a:pathLst>
                <a:path w="5205" h="1268" extrusionOk="0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7840925" y="2891100"/>
              <a:ext cx="117600" cy="31700"/>
            </a:xfrm>
            <a:custGeom>
              <a:avLst/>
              <a:gdLst/>
              <a:ahLst/>
              <a:cxnLst/>
              <a:rect l="l" t="t" r="r" b="b"/>
              <a:pathLst>
                <a:path w="4704" h="1268" extrusionOk="0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7735850" y="2445775"/>
              <a:ext cx="619625" cy="520400"/>
            </a:xfrm>
            <a:custGeom>
              <a:avLst/>
              <a:gdLst/>
              <a:ahLst/>
              <a:cxnLst/>
              <a:rect l="l" t="t" r="r" b="b"/>
              <a:pathLst>
                <a:path w="24785" h="20816" extrusionOk="0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7435625" y="1671050"/>
              <a:ext cx="1062450" cy="1653700"/>
            </a:xfrm>
            <a:custGeom>
              <a:avLst/>
              <a:gdLst/>
              <a:ahLst/>
              <a:cxnLst/>
              <a:rect l="l" t="t" r="r" b="b"/>
              <a:pathLst>
                <a:path w="42498" h="66148" extrusionOk="0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435625" y="1671050"/>
              <a:ext cx="1062450" cy="150125"/>
            </a:xfrm>
            <a:custGeom>
              <a:avLst/>
              <a:gdLst/>
              <a:ahLst/>
              <a:cxnLst/>
              <a:rect l="l" t="t" r="r" b="b"/>
              <a:pathLst>
                <a:path w="42498" h="6005" extrusionOk="0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7493175" y="1866200"/>
              <a:ext cx="949850" cy="1409350"/>
            </a:xfrm>
            <a:custGeom>
              <a:avLst/>
              <a:gdLst/>
              <a:ahLst/>
              <a:cxnLst/>
              <a:rect l="l" t="t" r="r" b="b"/>
              <a:pathLst>
                <a:path w="37994" h="56374" extrusionOk="0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7725000" y="1721075"/>
              <a:ext cx="50900" cy="25900"/>
            </a:xfrm>
            <a:custGeom>
              <a:avLst/>
              <a:gdLst/>
              <a:ahLst/>
              <a:cxnLst/>
              <a:rect l="l" t="t" r="r" b="b"/>
              <a:pathLst>
                <a:path w="2036" h="1036" extrusionOk="0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7539025" y="2031300"/>
              <a:ext cx="674675" cy="15875"/>
            </a:xfrm>
            <a:custGeom>
              <a:avLst/>
              <a:gdLst/>
              <a:ahLst/>
              <a:cxnLst/>
              <a:rect l="l" t="t" r="r" b="b"/>
              <a:pathLst>
                <a:path w="2698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8255375" y="2031300"/>
              <a:ext cx="65075" cy="15875"/>
            </a:xfrm>
            <a:custGeom>
              <a:avLst/>
              <a:gdLst/>
              <a:ahLst/>
              <a:cxnLst/>
              <a:rect l="l" t="t" r="r" b="b"/>
              <a:pathLst>
                <a:path w="2603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345450" y="2031300"/>
              <a:ext cx="52550" cy="15875"/>
            </a:xfrm>
            <a:custGeom>
              <a:avLst/>
              <a:gdLst/>
              <a:ahLst/>
              <a:cxnLst/>
              <a:rect l="l" t="t" r="r" b="b"/>
              <a:pathLst>
                <a:path w="2102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7539025" y="2105525"/>
              <a:ext cx="386150" cy="15875"/>
            </a:xfrm>
            <a:custGeom>
              <a:avLst/>
              <a:gdLst/>
              <a:ahLst/>
              <a:cxnLst/>
              <a:rect l="l" t="t" r="r" b="b"/>
              <a:pathLst>
                <a:path w="15446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31800" y="2105525"/>
              <a:ext cx="121800" cy="15875"/>
            </a:xfrm>
            <a:custGeom>
              <a:avLst/>
              <a:gdLst/>
              <a:ahLst/>
              <a:cxnLst/>
              <a:rect l="l" t="t" r="r" b="b"/>
              <a:pathLst>
                <a:path w="4872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971850" y="2148050"/>
              <a:ext cx="81750" cy="16700"/>
            </a:xfrm>
            <a:custGeom>
              <a:avLst/>
              <a:gdLst/>
              <a:ahLst/>
              <a:cxnLst/>
              <a:rect l="l" t="t" r="r" b="b"/>
              <a:pathLst>
                <a:path w="3270" h="668" extrusionOk="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7931800" y="2148050"/>
              <a:ext cx="24225" cy="16700"/>
            </a:xfrm>
            <a:custGeom>
              <a:avLst/>
              <a:gdLst/>
              <a:ahLst/>
              <a:cxnLst/>
              <a:rect l="l" t="t" r="r" b="b"/>
              <a:pathLst>
                <a:path w="969" h="668" extrusionOk="0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7835900" y="2148050"/>
              <a:ext cx="73425" cy="16700"/>
            </a:xfrm>
            <a:custGeom>
              <a:avLst/>
              <a:gdLst/>
              <a:ahLst/>
              <a:cxnLst/>
              <a:rect l="l" t="t" r="r" b="b"/>
              <a:pathLst>
                <a:path w="2937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773167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762742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7627425" y="2200600"/>
              <a:ext cx="626300" cy="15875"/>
            </a:xfrm>
            <a:custGeom>
              <a:avLst/>
              <a:gdLst/>
              <a:ahLst/>
              <a:cxnLst/>
              <a:rect l="l" t="t" r="r" b="b"/>
              <a:pathLst>
                <a:path w="25052" h="635" extrusionOk="0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539025" y="214805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7539025" y="2200600"/>
              <a:ext cx="37550" cy="15875"/>
            </a:xfrm>
            <a:custGeom>
              <a:avLst/>
              <a:gdLst/>
              <a:ahLst/>
              <a:cxnLst/>
              <a:rect l="l" t="t" r="r" b="b"/>
              <a:pathLst>
                <a:path w="1502" h="635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539025" y="225230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7539025" y="2304850"/>
              <a:ext cx="37550" cy="15850"/>
            </a:xfrm>
            <a:custGeom>
              <a:avLst/>
              <a:gdLst/>
              <a:ahLst/>
              <a:cxnLst/>
              <a:rect l="l" t="t" r="r" b="b"/>
              <a:pathLst>
                <a:path w="1502" h="634" extrusionOk="0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8292075" y="2200600"/>
              <a:ext cx="91750" cy="15875"/>
            </a:xfrm>
            <a:custGeom>
              <a:avLst/>
              <a:gdLst/>
              <a:ahLst/>
              <a:cxnLst/>
              <a:rect l="l" t="t" r="r" b="b"/>
              <a:pathLst>
                <a:path w="3670" h="635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7624925" y="2252300"/>
              <a:ext cx="264375" cy="16700"/>
            </a:xfrm>
            <a:custGeom>
              <a:avLst/>
              <a:gdLst/>
              <a:ahLst/>
              <a:cxnLst/>
              <a:rect l="l" t="t" r="r" b="b"/>
              <a:pathLst>
                <a:path w="10575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7971850" y="2412425"/>
              <a:ext cx="299400" cy="16700"/>
            </a:xfrm>
            <a:custGeom>
              <a:avLst/>
              <a:gdLst/>
              <a:ahLst/>
              <a:cxnLst/>
              <a:rect l="l" t="t" r="r" b="b"/>
              <a:pathLst>
                <a:path w="11976" h="668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8049400" y="2359050"/>
              <a:ext cx="221850" cy="16700"/>
            </a:xfrm>
            <a:custGeom>
              <a:avLst/>
              <a:gdLst/>
              <a:ahLst/>
              <a:cxnLst/>
              <a:rect l="l" t="t" r="r" b="b"/>
              <a:pathLst>
                <a:path w="8874" h="668" extrusionOk="0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8173650" y="2304850"/>
              <a:ext cx="97600" cy="15850"/>
            </a:xfrm>
            <a:custGeom>
              <a:avLst/>
              <a:gdLst/>
              <a:ahLst/>
              <a:cxnLst/>
              <a:rect l="l" t="t" r="r" b="b"/>
              <a:pathLst>
                <a:path w="3904" h="634" extrusionOk="0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7539025" y="1958750"/>
              <a:ext cx="312750" cy="15875"/>
            </a:xfrm>
            <a:custGeom>
              <a:avLst/>
              <a:gdLst/>
              <a:ahLst/>
              <a:cxnLst/>
              <a:rect l="l" t="t" r="r" b="b"/>
              <a:pathLst>
                <a:path w="1251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539025" y="2539175"/>
              <a:ext cx="505400" cy="16700"/>
            </a:xfrm>
            <a:custGeom>
              <a:avLst/>
              <a:gdLst/>
              <a:ahLst/>
              <a:cxnLst/>
              <a:rect l="l" t="t" r="r" b="b"/>
              <a:pathLst>
                <a:path w="20216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539025" y="2603375"/>
              <a:ext cx="505400" cy="16725"/>
            </a:xfrm>
            <a:custGeom>
              <a:avLst/>
              <a:gdLst/>
              <a:ahLst/>
              <a:cxnLst/>
              <a:rect l="l" t="t" r="r" b="b"/>
              <a:pathLst>
                <a:path w="20216" h="669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539025" y="2667600"/>
              <a:ext cx="504550" cy="16700"/>
            </a:xfrm>
            <a:custGeom>
              <a:avLst/>
              <a:gdLst/>
              <a:ahLst/>
              <a:cxnLst/>
              <a:rect l="l" t="t" r="r" b="b"/>
              <a:pathLst>
                <a:path w="20182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539025" y="3051200"/>
              <a:ext cx="504550" cy="15875"/>
            </a:xfrm>
            <a:custGeom>
              <a:avLst/>
              <a:gdLst/>
              <a:ahLst/>
              <a:cxnLst/>
              <a:rect l="l" t="t" r="r" b="b"/>
              <a:pathLst>
                <a:path w="20182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998525" y="2464950"/>
              <a:ext cx="150125" cy="15875"/>
            </a:xfrm>
            <a:custGeom>
              <a:avLst/>
              <a:gdLst/>
              <a:ahLst/>
              <a:cxnLst/>
              <a:rect l="l" t="t" r="r" b="b"/>
              <a:pathLst>
                <a:path w="6005" h="635" extrusionOk="0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8197825" y="2464950"/>
              <a:ext cx="200175" cy="15875"/>
            </a:xfrm>
            <a:custGeom>
              <a:avLst/>
              <a:gdLst/>
              <a:ahLst/>
              <a:cxnLst/>
              <a:rect l="l" t="t" r="r" b="b"/>
              <a:pathLst>
                <a:path w="800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197825" y="2539175"/>
              <a:ext cx="200175" cy="16700"/>
            </a:xfrm>
            <a:custGeom>
              <a:avLst/>
              <a:gdLst/>
              <a:ahLst/>
              <a:cxnLst/>
              <a:rect l="l" t="t" r="r" b="b"/>
              <a:pathLst>
                <a:path w="8007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539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539025" y="3197150"/>
              <a:ext cx="76750" cy="16700"/>
            </a:xfrm>
            <a:custGeom>
              <a:avLst/>
              <a:gdLst/>
              <a:ahLst/>
              <a:cxnLst/>
              <a:rect l="l" t="t" r="r" b="b"/>
              <a:pathLst>
                <a:path w="3070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7635775" y="3197150"/>
              <a:ext cx="469525" cy="16700"/>
            </a:xfrm>
            <a:custGeom>
              <a:avLst/>
              <a:gdLst/>
              <a:ahLst/>
              <a:cxnLst/>
              <a:rect l="l" t="t" r="r" b="b"/>
              <a:pathLst>
                <a:path w="18781" h="668" extrusionOk="0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7657450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775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7893450" y="3148775"/>
              <a:ext cx="75925" cy="15875"/>
            </a:xfrm>
            <a:custGeom>
              <a:avLst/>
              <a:gdLst/>
              <a:ahLst/>
              <a:cxnLst/>
              <a:rect l="l" t="t" r="r" b="b"/>
              <a:pathLst>
                <a:path w="303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011875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8129450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247875" y="3148775"/>
              <a:ext cx="51725" cy="15875"/>
            </a:xfrm>
            <a:custGeom>
              <a:avLst/>
              <a:gdLst/>
              <a:ahLst/>
              <a:cxnLst/>
              <a:rect l="l" t="t" r="r" b="b"/>
              <a:pathLst>
                <a:path w="2069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089425" y="1209875"/>
              <a:ext cx="816450" cy="748075"/>
            </a:xfrm>
            <a:custGeom>
              <a:avLst/>
              <a:gdLst/>
              <a:ahLst/>
              <a:cxnLst/>
              <a:rect l="l" t="t" r="r" b="b"/>
              <a:pathLst>
                <a:path w="32658" h="29923" extrusionOk="0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8134450" y="1359150"/>
              <a:ext cx="729725" cy="561275"/>
            </a:xfrm>
            <a:custGeom>
              <a:avLst/>
              <a:gdLst/>
              <a:ahLst/>
              <a:cxnLst/>
              <a:rect l="l" t="t" r="r" b="b"/>
              <a:pathLst>
                <a:path w="29189" h="22451" extrusionOk="0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8169475" y="1485925"/>
              <a:ext cx="518725" cy="12525"/>
            </a:xfrm>
            <a:custGeom>
              <a:avLst/>
              <a:gdLst/>
              <a:ahLst/>
              <a:cxnLst/>
              <a:rect l="l" t="t" r="r" b="b"/>
              <a:pathLst>
                <a:path w="2074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8719875" y="1485925"/>
              <a:ext cx="50050" cy="12525"/>
            </a:xfrm>
            <a:custGeom>
              <a:avLst/>
              <a:gdLst/>
              <a:ahLst/>
              <a:cxnLst/>
              <a:rect l="l" t="t" r="r" b="b"/>
              <a:pathLst>
                <a:path w="2002" h="501" extrusionOk="0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8169475" y="1543450"/>
              <a:ext cx="296900" cy="12550"/>
            </a:xfrm>
            <a:custGeom>
              <a:avLst/>
              <a:gdLst/>
              <a:ahLst/>
              <a:cxnLst/>
              <a:rect l="l" t="t" r="r" b="b"/>
              <a:pathLst>
                <a:path w="11876" h="502" extrusionOk="0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8470525" y="1543450"/>
              <a:ext cx="94275" cy="12550"/>
            </a:xfrm>
            <a:custGeom>
              <a:avLst/>
              <a:gdLst/>
              <a:ahLst/>
              <a:cxnLst/>
              <a:rect l="l" t="t" r="r" b="b"/>
              <a:pathLst>
                <a:path w="3771" h="502" extrusionOk="0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502225" y="1576825"/>
              <a:ext cx="62575" cy="11700"/>
            </a:xfrm>
            <a:custGeom>
              <a:avLst/>
              <a:gdLst/>
              <a:ahLst/>
              <a:cxnLst/>
              <a:rect l="l" t="t" r="r" b="b"/>
              <a:pathLst>
                <a:path w="2503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471375" y="1576825"/>
              <a:ext cx="18350" cy="11700"/>
            </a:xfrm>
            <a:custGeom>
              <a:avLst/>
              <a:gdLst/>
              <a:ahLst/>
              <a:cxnLst/>
              <a:rect l="l" t="t" r="r" b="b"/>
              <a:pathLst>
                <a:path w="734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8397150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317075" y="1576825"/>
              <a:ext cx="56750" cy="11700"/>
            </a:xfrm>
            <a:custGeom>
              <a:avLst/>
              <a:gdLst/>
              <a:ahLst/>
              <a:cxnLst/>
              <a:rect l="l" t="t" r="r" b="b"/>
              <a:pathLst>
                <a:path w="2270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237025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237025" y="1616850"/>
              <a:ext cx="481200" cy="11700"/>
            </a:xfrm>
            <a:custGeom>
              <a:avLst/>
              <a:gdLst/>
              <a:ahLst/>
              <a:cxnLst/>
              <a:rect l="l" t="t" r="r" b="b"/>
              <a:pathLst>
                <a:path w="19248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169475" y="157682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169475" y="1616850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8169475" y="165687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8747400" y="1616850"/>
              <a:ext cx="70900" cy="11700"/>
            </a:xfrm>
            <a:custGeom>
              <a:avLst/>
              <a:gdLst/>
              <a:ahLst/>
              <a:cxnLst/>
              <a:rect l="l" t="t" r="r" b="b"/>
              <a:pathLst>
                <a:path w="2836" h="468" extrusionOk="0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235350" y="1656875"/>
              <a:ext cx="203525" cy="11700"/>
            </a:xfrm>
            <a:custGeom>
              <a:avLst/>
              <a:gdLst/>
              <a:ahLst/>
              <a:cxnLst/>
              <a:rect l="l" t="t" r="r" b="b"/>
              <a:pathLst>
                <a:path w="8141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502225" y="1708575"/>
              <a:ext cx="229350" cy="12525"/>
            </a:xfrm>
            <a:custGeom>
              <a:avLst/>
              <a:gdLst/>
              <a:ahLst/>
              <a:cxnLst/>
              <a:rect l="l" t="t" r="r" b="b"/>
              <a:pathLst>
                <a:path w="9174" h="501" extrusionOk="0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656500" y="1681050"/>
              <a:ext cx="75075" cy="12550"/>
            </a:xfrm>
            <a:custGeom>
              <a:avLst/>
              <a:gdLst/>
              <a:ahLst/>
              <a:cxnLst/>
              <a:rect l="l" t="t" r="r" b="b"/>
              <a:pathLst>
                <a:path w="3003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8169475" y="1430875"/>
              <a:ext cx="240200" cy="12550"/>
            </a:xfrm>
            <a:custGeom>
              <a:avLst/>
              <a:gdLst/>
              <a:ahLst/>
              <a:cxnLst/>
              <a:rect l="l" t="t" r="r" b="b"/>
              <a:pathLst>
                <a:path w="9608" h="5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8169475" y="1821150"/>
              <a:ext cx="387800" cy="11700"/>
            </a:xfrm>
            <a:custGeom>
              <a:avLst/>
              <a:gdLst/>
              <a:ahLst/>
              <a:cxnLst/>
              <a:rect l="l" t="t" r="r" b="b"/>
              <a:pathLst>
                <a:path w="15512" h="468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522225" y="1749450"/>
              <a:ext cx="115125" cy="11700"/>
            </a:xfrm>
            <a:custGeom>
              <a:avLst/>
              <a:gdLst/>
              <a:ahLst/>
              <a:cxnLst/>
              <a:rect l="l" t="t" r="r" b="b"/>
              <a:pathLst>
                <a:path w="4605" h="468" extrusionOk="0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8675675" y="1749450"/>
              <a:ext cx="153475" cy="11700"/>
            </a:xfrm>
            <a:custGeom>
              <a:avLst/>
              <a:gdLst/>
              <a:ahLst/>
              <a:cxnLst/>
              <a:rect l="l" t="t" r="r" b="b"/>
              <a:pathLst>
                <a:path w="613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8675675" y="1806150"/>
              <a:ext cx="153475" cy="12525"/>
            </a:xfrm>
            <a:custGeom>
              <a:avLst/>
              <a:gdLst/>
              <a:ahLst/>
              <a:cxnLst/>
              <a:rect l="l" t="t" r="r" b="b"/>
              <a:pathLst>
                <a:path w="613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169475" y="1860350"/>
              <a:ext cx="58400" cy="12525"/>
            </a:xfrm>
            <a:custGeom>
              <a:avLst/>
              <a:gdLst/>
              <a:ahLst/>
              <a:cxnLst/>
              <a:rect l="l" t="t" r="r" b="b"/>
              <a:pathLst>
                <a:path w="2336" h="501" extrusionOk="0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242875" y="1860350"/>
              <a:ext cx="361100" cy="12525"/>
            </a:xfrm>
            <a:custGeom>
              <a:avLst/>
              <a:gdLst/>
              <a:ahLst/>
              <a:cxnLst/>
              <a:rect l="l" t="t" r="r" b="b"/>
              <a:pathLst>
                <a:path w="14444" h="501" extrusionOk="0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28" name="Google Shape;428;p22"/>
          <p:cNvSpPr txBox="1">
            <a:spLocks noGrp="1"/>
          </p:cNvSpPr>
          <p:nvPr>
            <p:ph type="ctrTitle"/>
          </p:nvPr>
        </p:nvSpPr>
        <p:spPr>
          <a:xfrm>
            <a:off x="1887750" y="611725"/>
            <a:ext cx="5368500" cy="10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9" name="Google Shape;429;p22"/>
          <p:cNvSpPr txBox="1">
            <a:spLocks noGrp="1"/>
          </p:cNvSpPr>
          <p:nvPr>
            <p:ph type="subTitle" idx="1"/>
          </p:nvPr>
        </p:nvSpPr>
        <p:spPr>
          <a:xfrm>
            <a:off x="3044675" y="2305050"/>
            <a:ext cx="3054900" cy="10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0" name="Google Shape;430;p22"/>
          <p:cNvSpPr txBox="1"/>
          <p:nvPr/>
        </p:nvSpPr>
        <p:spPr>
          <a:xfrm>
            <a:off x="2228550" y="4151400"/>
            <a:ext cx="4686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accen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CREDITS</a:t>
            </a:r>
            <a:r>
              <a:rPr lang="en-GB"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: This presentation template was created by</a:t>
            </a:r>
            <a:r>
              <a:rPr lang="en-GB" sz="1200">
                <a:solidFill>
                  <a:schemeClr val="accen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including icons by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infographics &amp; images by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4"/>
              </a:rPr>
              <a:t>Freepik</a:t>
            </a:r>
            <a:r>
              <a:rPr lang="en-GB" sz="1200">
                <a:solidFill>
                  <a:schemeClr val="accen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endParaRPr sz="1200">
              <a:solidFill>
                <a:schemeClr val="accen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0" name="Google Shape;450;p23"/>
          <p:cNvGrpSpPr/>
          <p:nvPr/>
        </p:nvGrpSpPr>
        <p:grpSpPr>
          <a:xfrm rot="10800000" flipH="1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rot="5400000" flipH="1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63" name="Google Shape;463;p24"/>
          <p:cNvGrpSpPr/>
          <p:nvPr/>
        </p:nvGrpSpPr>
        <p:grpSpPr>
          <a:xfrm rot="-5400000" flipH="1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 panose="00000500000000000000"/>
              <a:buNone/>
              <a:defRPr sz="2800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457200" y="1499997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MVC Architecture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4" name="Shape 0"/>
          <p:cNvSpPr/>
          <p:nvPr/>
        </p:nvSpPr>
        <p:spPr>
          <a:xfrm>
            <a:off x="-457200" y="3200400"/>
            <a:ext cx="10058400" cy="2286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605" y="320040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US" sz="1600" b="1" dirty="0">
                <a:solidFill>
                  <a:schemeClr val="tx1">
                    <a:lumMod val="90000"/>
                  </a:schemeClr>
                </a:solidFill>
              </a:rPr>
              <a:t>Building Organized Web Applications</a:t>
            </a:r>
            <a:endParaRPr lang="en-US" altLang="en-US" sz="1600" b="1" dirty="0">
              <a:solidFill>
                <a:schemeClr val="tx1">
                  <a:lumMod val="9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587875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Model · View · Controller</a:t>
            </a:r>
            <a:endParaRPr lang="en-US" sz="1100" b="1" dirty="0">
              <a:solidFill>
                <a:schemeClr val="tx1">
                  <a:lumMod val="9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92900" y="4823460"/>
            <a:ext cx="23444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ანანო ჯოლოხავა</a:t>
            </a:r>
            <a:endParaRPr lang="" alt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51460" y="462280"/>
            <a:ext cx="109728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" y="462280"/>
            <a:ext cx="73152" cy="10972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Shape 1"/>
          <p:cNvSpPr/>
          <p:nvPr/>
        </p:nvSpPr>
        <p:spPr>
          <a:xfrm>
            <a:off x="6858000" y="0"/>
            <a:ext cx="2743200" cy="4507865"/>
          </a:xfrm>
          <a:prstGeom prst="rect">
            <a:avLst/>
          </a:prstGeom>
          <a:solidFill>
            <a:srgbClr val="0F2044">
              <a:alpha val="40000"/>
            </a:srgbClr>
          </a:solidFill>
          <a:ln w="12700">
            <a:solidFill>
              <a:srgbClr val="0F2044">
                <a:alpha val="40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95605" y="880745"/>
            <a:ext cx="4572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 sz="1100" b="1" spc="500" dirty="0">
                <a:solidFill>
                  <a:srgbClr val="0EA5E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PHP | MVC</a:t>
            </a:r>
            <a:r>
              <a:rPr lang="en-US" sz="1100" b="1" spc="500" dirty="0">
                <a:solidFill>
                  <a:srgbClr val="0EA5E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en-US" sz="1100" b="1" spc="500" dirty="0">
              <a:solidFill>
                <a:srgbClr val="0EA5E9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7083425" y="915035"/>
            <a:ext cx="1907540" cy="149987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16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&lt;?php</a:t>
            </a:r>
            <a:endParaRPr lang="en-US" altLang="zh-CN" sz="1600" b="0">
              <a:solidFill>
                <a:srgbClr val="569CD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6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echo</a:t>
            </a:r>
            <a:r>
              <a:rPr lang="en-US" altLang="zh-CN"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lang="en-US" altLang="en-US"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Welcome to PHP!</a:t>
            </a:r>
            <a:r>
              <a:rPr lang="en-US" altLang="zh-CN"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lang="en-US" altLang="zh-CN" sz="16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1600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6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?&gt;</a:t>
            </a:r>
            <a:endParaRPr lang="en-US" altLang="zh-CN" sz="1600" b="0">
              <a:solidFill>
                <a:srgbClr val="569CD6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755650" y="196215"/>
            <a:ext cx="719518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MVC — რა არის?</a:t>
            </a:r>
            <a:endParaRPr lang="en-US" sz="36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467360" y="885825"/>
            <a:ext cx="8202930" cy="90614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/>
          <a:p>
            <a:pPr marL="0" indent="0">
              <a:buNone/>
            </a:pPr>
            <a:r>
              <a:rPr lang="en-US" sz="1500" dirty="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MVC (Model-View-Controller) არის სოფტვერული არქიტექტურული შაბლონი (design pattern),რომელიც გამოიყენება Web-აპლიკაციების სტრუქტურირებისთვის 3 ცალკე კომპონენტად.</a:t>
            </a:r>
            <a:endParaRPr lang="en-US" sz="1500" dirty="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endParaRPr lang="en-US" altLang="zh-CN" sz="1500" dirty="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Shape 5"/>
          <p:cNvSpPr/>
          <p:nvPr>
            <p:custDataLst>
              <p:tags r:id="rId1"/>
            </p:custDataLst>
          </p:nvPr>
        </p:nvSpPr>
        <p:spPr>
          <a:xfrm>
            <a:off x="365760" y="2331720"/>
            <a:ext cx="2651760" cy="24688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457200" y="354787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457200" y="39319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მონაცემების სტრუქტურა, ბიზნეს-ლოგიკა და Database-თან ინტერაქცია</a:t>
            </a:r>
            <a:endParaRPr lang="en-US" sz="1000" dirty="0"/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3200400" y="2331720"/>
            <a:ext cx="2651760" cy="24688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5"/>
            </p:custDataLst>
          </p:nvPr>
        </p:nvSpPr>
        <p:spPr>
          <a:xfrm>
            <a:off x="3291840" y="354787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View</a:t>
            </a:r>
            <a:endParaRPr lang="en-US" sz="1500" dirty="0"/>
          </a:p>
        </p:txBody>
      </p:sp>
      <p:sp>
        <p:nvSpPr>
          <p:cNvPr id="16" name="Text 14"/>
          <p:cNvSpPr/>
          <p:nvPr>
            <p:custDataLst>
              <p:tags r:id="rId6"/>
            </p:custDataLst>
          </p:nvPr>
        </p:nvSpPr>
        <p:spPr>
          <a:xfrm>
            <a:off x="3291840" y="39319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მომხმარებელს ეჩვენება — HTML/CSS/JS. მხოლოდ ვიზუალური ნაწილი</a:t>
            </a:r>
            <a:endParaRPr lang="en-US" sz="1000" dirty="0"/>
          </a:p>
        </p:txBody>
      </p:sp>
      <p:sp>
        <p:nvSpPr>
          <p:cNvPr id="17" name="Shape 15"/>
          <p:cNvSpPr/>
          <p:nvPr>
            <p:custDataLst>
              <p:tags r:id="rId7"/>
            </p:custDataLst>
          </p:nvPr>
        </p:nvSpPr>
        <p:spPr>
          <a:xfrm>
            <a:off x="6035040" y="2331720"/>
            <a:ext cx="2651760" cy="24688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8"/>
            </p:custDataLst>
          </p:nvPr>
        </p:nvSpPr>
        <p:spPr>
          <a:xfrm>
            <a:off x="6903720" y="2514600"/>
            <a:ext cx="914400" cy="914400"/>
          </a:xfrm>
          <a:prstGeom prst="ellipse">
            <a:avLst/>
          </a:prstGeom>
          <a:solidFill>
            <a:srgbClr val="8B5CF6"/>
          </a:solidFill>
        </p:spPr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</a:rPr>
              <a:t>C</a:t>
            </a:r>
            <a:endParaRPr lang="en-US" altLang="en-US" sz="3200" b="1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>
            <p:custDataLst>
              <p:tags r:id="rId9"/>
            </p:custDataLst>
          </p:nvPr>
        </p:nvSpPr>
        <p:spPr>
          <a:xfrm>
            <a:off x="6126480" y="354787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21" name="Text 19"/>
          <p:cNvSpPr/>
          <p:nvPr>
            <p:custDataLst>
              <p:tags r:id="rId10"/>
            </p:custDataLst>
          </p:nvPr>
        </p:nvSpPr>
        <p:spPr>
          <a:xfrm>
            <a:off x="6126480" y="39319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Request-ებს იღებს, Model-ს გამოიძახებს და View-ს აბრუნებს</a:t>
            </a:r>
            <a:endParaRPr lang="en-US" sz="1000" dirty="0"/>
          </a:p>
        </p:txBody>
      </p:sp>
      <p:sp>
        <p:nvSpPr>
          <p:cNvPr id="6" name="Shape 6"/>
          <p:cNvSpPr/>
          <p:nvPr>
            <p:custDataLst>
              <p:tags r:id="rId11"/>
            </p:custDataLst>
          </p:nvPr>
        </p:nvSpPr>
        <p:spPr>
          <a:xfrm>
            <a:off x="1109345" y="2571750"/>
            <a:ext cx="914400" cy="914400"/>
          </a:xfrm>
          <a:prstGeom prst="ellipse">
            <a:avLst/>
          </a:prstGeom>
          <a:solidFill>
            <a:srgbClr val="10B981"/>
          </a:solidFill>
        </p:spPr>
        <p:txBody>
          <a:bodyPr/>
          <a:p>
            <a:pPr algn="ctr"/>
            <a:r>
              <a:rPr lang="en-US" sz="3200" b="1">
                <a:solidFill>
                  <a:schemeClr val="bg1"/>
                </a:solidFill>
              </a:rPr>
              <a:t>M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>
            <p:custDataLst>
              <p:tags r:id="rId12"/>
            </p:custDataLst>
          </p:nvPr>
        </p:nvSpPr>
        <p:spPr>
          <a:xfrm>
            <a:off x="4069080" y="2514600"/>
            <a:ext cx="914400" cy="914400"/>
          </a:xfrm>
          <a:prstGeom prst="ellipse">
            <a:avLst/>
          </a:prstGeom>
          <a:solidFill>
            <a:srgbClr val="F59E0B"/>
          </a:solidFill>
        </p:spPr>
        <p:txBody>
          <a:bodyPr/>
          <a:p>
            <a:pPr algn="ctr"/>
            <a:r>
              <a:rPr lang="en-US" sz="3200" b="1">
                <a:solidFill>
                  <a:schemeClr val="bg1"/>
                </a:solidFill>
              </a:rPr>
              <a:t>V</a:t>
            </a:r>
            <a:endParaRPr lang="en-US" sz="32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7"/>
          <p:cNvSpPr/>
          <p:nvPr/>
        </p:nvSpPr>
        <p:spPr>
          <a:xfrm>
            <a:off x="4777740" y="911225"/>
            <a:ext cx="4240530" cy="347345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18" name="Shape 3"/>
          <p:cNvSpPr/>
          <p:nvPr/>
        </p:nvSpPr>
        <p:spPr>
          <a:xfrm>
            <a:off x="274320" y="868680"/>
            <a:ext cx="4241800" cy="3799840"/>
          </a:xfrm>
          <a:prstGeom prst="rect">
            <a:avLst/>
          </a:prstGeom>
          <a:solidFill>
            <a:srgbClr val="102A5C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Box 2"/>
          <p:cNvSpPr txBox="1"/>
          <p:nvPr/>
        </p:nvSpPr>
        <p:spPr>
          <a:xfrm>
            <a:off x="539750" y="195580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Model — მოდელი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9" name="Shape 4"/>
          <p:cNvSpPr/>
          <p:nvPr/>
        </p:nvSpPr>
        <p:spPr>
          <a:xfrm>
            <a:off x="274320" y="831850"/>
            <a:ext cx="3931920" cy="4114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" name="Text 5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Model-ის პასუხისმგებლობა</a:t>
            </a:r>
            <a:endParaRPr lang="en-US" sz="1300" dirty="0"/>
          </a:p>
        </p:txBody>
      </p:sp>
      <p:sp>
        <p:nvSpPr>
          <p:cNvPr id="21" name="Shape 6"/>
          <p:cNvSpPr/>
          <p:nvPr/>
        </p:nvSpPr>
        <p:spPr>
          <a:xfrm>
            <a:off x="411480" y="1389888"/>
            <a:ext cx="201168" cy="20116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2" name="Text 7"/>
          <p:cNvSpPr/>
          <p:nvPr/>
        </p:nvSpPr>
        <p:spPr>
          <a:xfrm>
            <a:off x="685800" y="13716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მონაცემების სტრუქტურა და ბიზნეს-ლოგიკა</a:t>
            </a:r>
            <a:endParaRPr lang="en-US" sz="1100" dirty="0"/>
          </a:p>
        </p:txBody>
      </p:sp>
      <p:sp>
        <p:nvSpPr>
          <p:cNvPr id="23" name="Shape 8"/>
          <p:cNvSpPr/>
          <p:nvPr/>
        </p:nvSpPr>
        <p:spPr>
          <a:xfrm>
            <a:off x="411480" y="2011680"/>
            <a:ext cx="201168" cy="20116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4" name="Text 9"/>
          <p:cNvSpPr/>
          <p:nvPr/>
        </p:nvSpPr>
        <p:spPr>
          <a:xfrm>
            <a:off x="685800" y="199339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Database-თან ყველა ინტერაქცია (CRUD)</a:t>
            </a:r>
            <a:endParaRPr lang="en-US" sz="1100" dirty="0"/>
          </a:p>
        </p:txBody>
      </p:sp>
      <p:sp>
        <p:nvSpPr>
          <p:cNvPr id="25" name="Shape 10"/>
          <p:cNvSpPr/>
          <p:nvPr/>
        </p:nvSpPr>
        <p:spPr>
          <a:xfrm>
            <a:off x="411480" y="2633472"/>
            <a:ext cx="201168" cy="20116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11"/>
          <p:cNvSpPr/>
          <p:nvPr/>
        </p:nvSpPr>
        <p:spPr>
          <a:xfrm>
            <a:off x="685800" y="26151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View-ისა და Controller-ისგან დამოუკიდებელია</a:t>
            </a:r>
            <a:endParaRPr lang="en-US" sz="1100" dirty="0"/>
          </a:p>
        </p:txBody>
      </p:sp>
      <p:sp>
        <p:nvSpPr>
          <p:cNvPr id="27" name="Shape 12"/>
          <p:cNvSpPr/>
          <p:nvPr/>
        </p:nvSpPr>
        <p:spPr>
          <a:xfrm>
            <a:off x="411480" y="3255264"/>
            <a:ext cx="201168" cy="20116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8" name="Text 13"/>
          <p:cNvSpPr/>
          <p:nvPr/>
        </p:nvSpPr>
        <p:spPr>
          <a:xfrm>
            <a:off x="685800" y="323697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(მონაცემების შემოწმება)</a:t>
            </a:r>
            <a:endParaRPr lang="en-US" sz="1100" dirty="0"/>
          </a:p>
        </p:txBody>
      </p:sp>
      <p:sp>
        <p:nvSpPr>
          <p:cNvPr id="29" name="Shape 14"/>
          <p:cNvSpPr/>
          <p:nvPr/>
        </p:nvSpPr>
        <p:spPr>
          <a:xfrm>
            <a:off x="411480" y="3877056"/>
            <a:ext cx="201168" cy="20116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0" name="Text 15"/>
          <p:cNvSpPr/>
          <p:nvPr/>
        </p:nvSpPr>
        <p:spPr>
          <a:xfrm>
            <a:off x="685800" y="385876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PHP-ში ეს ჩვეულებრივ class-ია</a:t>
            </a:r>
            <a:endParaRPr lang="en-US" sz="1100" dirty="0"/>
          </a:p>
        </p:txBody>
      </p:sp>
      <p:sp>
        <p:nvSpPr>
          <p:cNvPr id="31" name="Text Box 30"/>
          <p:cNvSpPr txBox="1"/>
          <p:nvPr/>
        </p:nvSpPr>
        <p:spPr>
          <a:xfrm>
            <a:off x="4777740" y="1267460"/>
            <a:ext cx="4365625" cy="3552190"/>
          </a:xfrm>
          <a:prstGeom prst="rect">
            <a:avLst/>
          </a:prstGeom>
          <a:solidFill>
            <a:schemeClr val="accent1">
              <a:lumMod val="10000"/>
            </a:schemeClr>
          </a:solidFill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&lt;?php</a:t>
            </a:r>
            <a:endParaRPr lang="en-US" altLang="zh-CN" b="0">
              <a:solidFill>
                <a:srgbClr val="569CD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lang="en-US" altLang="zh-CN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User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{</a:t>
            </a:r>
            <a:endParaRPr lang="en-US" altLang="zh-CN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private</a:t>
            </a:r>
            <a:r>
              <a:rPr lang="en-US" altLang="zh-CN" b="0">
                <a:solidFill>
                  <a:srgbClr val="C9D1D9"/>
                </a:solidFill>
                <a:latin typeface="Consolas" panose="020B0609020204030204"/>
                <a:ea typeface="Consolas" panose="020B0609020204030204"/>
              </a:rPr>
              <a:t>$db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public</a:t>
            </a:r>
            <a:r>
              <a:rPr lang="en-US" altLang="zh-CN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function</a:t>
            </a:r>
            <a:r>
              <a:rPr lang="en-US" altLang="zh-CN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getAll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() {</a:t>
            </a:r>
            <a:endParaRPr lang="en-US" altLang="zh-CN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$this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-&gt;</a:t>
            </a:r>
            <a:r>
              <a:rPr lang="en-US" altLang="zh-CN" b="0">
                <a:solidFill>
                  <a:srgbClr val="C9D1D9"/>
                </a:solidFill>
                <a:latin typeface="Consolas" panose="020B0609020204030204"/>
                <a:ea typeface="Consolas" panose="020B0609020204030204"/>
              </a:rPr>
              <a:t>db</a:t>
            </a:r>
            <a:endParaRPr lang="en-US" altLang="zh-CN" b="0">
              <a:solidFill>
                <a:srgbClr val="C9D1D9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            -&gt;</a:t>
            </a:r>
            <a:r>
              <a:rPr lang="en-US" altLang="zh-CN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query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lang="en-US" altLang="zh-CN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SELECT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FROM</a:t>
            </a:r>
            <a:r>
              <a:rPr lang="en-US" altLang="zh-CN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 users"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lang="en-US" altLang="zh-CN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            -&gt;</a:t>
            </a:r>
            <a:r>
              <a:rPr lang="en-US" altLang="zh-CN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fetchAll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();</a:t>
            </a:r>
            <a:endParaRPr lang="en-US" altLang="zh-CN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lang="en-US" altLang="zh-CN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b="0">
              <a:solidFill>
                <a:srgbClr val="D4D4D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?&gt;</a:t>
            </a:r>
            <a:endParaRPr lang="en-US" altLang="zh-CN" b="0">
              <a:solidFill>
                <a:srgbClr val="569CD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4864100" y="949960"/>
            <a:ext cx="395160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📄  User.php  (Model)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20"/>
          <p:cNvSpPr txBox="1"/>
          <p:nvPr/>
        </p:nvSpPr>
        <p:spPr>
          <a:xfrm>
            <a:off x="4274185" y="1224280"/>
            <a:ext cx="4834890" cy="369252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&lt;!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DOCTYPE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html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html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head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meta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charset</a:t>
            </a:r>
            <a:r>
              <a:rPr lang="en-US" altLang="zh-CN" sz="12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"UTF-8"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title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12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Users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&lt;/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title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&lt;/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head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body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&lt;?php</a:t>
            </a:r>
            <a:r>
              <a:rPr lang="en-US" altLang="zh-CN" sz="12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foreach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(</a:t>
            </a:r>
            <a:r>
              <a:rPr lang="en-US" altLang="zh-CN" sz="1200" b="0">
                <a:solidFill>
                  <a:srgbClr val="C9D1D9"/>
                </a:solidFill>
                <a:latin typeface="Consolas" panose="020B0609020204030204"/>
                <a:ea typeface="Consolas" panose="020B0609020204030204"/>
              </a:rPr>
              <a:t>$users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 as </a:t>
            </a:r>
            <a:r>
              <a:rPr lang="en-US" altLang="zh-CN" sz="1200" b="0">
                <a:solidFill>
                  <a:srgbClr val="C9D1D9"/>
                </a:solidFill>
                <a:latin typeface="Consolas" panose="020B0609020204030204"/>
                <a:ea typeface="Consolas" panose="020B0609020204030204"/>
              </a:rPr>
              <a:t>$u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): </a:t>
            </a: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?&gt;</a:t>
            </a:r>
            <a:endParaRPr lang="en-US" altLang="zh-CN" sz="1200" b="0">
              <a:solidFill>
                <a:srgbClr val="569CD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&lt;?=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htmlspecialchars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>
                <a:solidFill>
                  <a:srgbClr val="C9D1D9"/>
                </a:solidFill>
                <a:latin typeface="Consolas" panose="020B0609020204030204"/>
                <a:ea typeface="Consolas" panose="020B0609020204030204"/>
              </a:rPr>
              <a:t>$u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'name'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], </a:t>
            </a:r>
            <a:r>
              <a:rPr lang="en-US" altLang="zh-CN"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ENT_QUOTES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'UTF-8'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) </a:t>
            </a: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?&gt;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&lt;/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&lt;?php</a:t>
            </a:r>
            <a:r>
              <a:rPr lang="en-US" altLang="zh-CN" sz="12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endforeach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; </a:t>
            </a: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?&gt;</a:t>
            </a:r>
            <a:endParaRPr lang="en-US" altLang="zh-CN" sz="1200" b="0">
              <a:solidFill>
                <a:srgbClr val="569CD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&lt;/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body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&lt;/</a:t>
            </a:r>
            <a:r>
              <a:rPr lang="en-US" altLang="zh-CN" sz="1200" b="0">
                <a:solidFill>
                  <a:srgbClr val="7EE787"/>
                </a:solidFill>
                <a:latin typeface="Consolas" panose="020B0609020204030204"/>
                <a:ea typeface="Consolas" panose="020B0609020204030204"/>
              </a:rPr>
              <a:t>html</a:t>
            </a:r>
            <a:r>
              <a:rPr lang="en-US" altLang="zh-CN" sz="1200" b="0">
                <a:solidFill>
                  <a:srgbClr val="808080"/>
                </a:solidFill>
                <a:latin typeface="Consolas" panose="020B0609020204030204"/>
                <a:ea typeface="Consolas" panose="020B0609020204030204"/>
              </a:rPr>
              <a:t>&gt;</a:t>
            </a:r>
            <a:endParaRPr lang="en-US" altLang="zh-CN" sz="1200" b="0">
              <a:solidFill>
                <a:srgbClr val="808080"/>
              </a:solidFill>
              <a:latin typeface="Consolas" panose="020B0609020204030204"/>
              <a:ea typeface="Consolas" panose="020B0609020204030204"/>
            </a:endParaRPr>
          </a:p>
        </p:txBody>
      </p: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483234" y="105410"/>
            <a:ext cx="7338277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View — ხედი</a:t>
            </a:r>
            <a:endParaRPr lang="en-US" altLang="en-US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31920" cy="3931920"/>
          </a:xfrm>
          <a:prstGeom prst="rect">
            <a:avLst/>
          </a:prstGeom>
          <a:solidFill>
            <a:srgbClr val="102A5C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931920" cy="4114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View-ის პასუხისმგებლობა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201168" cy="20116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685800" y="13716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HTML შაბლონი — მხოლოდ ვიზუალური ნაწილი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201168" cy="20116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685800" y="199339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Model-ისგან მიიღებს მონაცემებს</a:t>
            </a:r>
            <a:endParaRPr lang="en-US" sz="1100" dirty="0"/>
          </a:p>
        </p:txBody>
      </p:sp>
      <p:sp>
        <p:nvSpPr>
          <p:cNvPr id="2" name="Shape 10"/>
          <p:cNvSpPr/>
          <p:nvPr/>
        </p:nvSpPr>
        <p:spPr>
          <a:xfrm>
            <a:off x="411480" y="2633472"/>
            <a:ext cx="201168" cy="20116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685800" y="26151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ბიზნეს-ლოგიკა არ შეიცავს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255264"/>
            <a:ext cx="201168" cy="20116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" name="Text 13"/>
          <p:cNvSpPr/>
          <p:nvPr/>
        </p:nvSpPr>
        <p:spPr>
          <a:xfrm>
            <a:off x="685800" y="323697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PHP ჩაშენებული კოდი მხოლოდ output-ისთვის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77056"/>
            <a:ext cx="201168" cy="20116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8" name="Text 15"/>
          <p:cNvSpPr/>
          <p:nvPr/>
        </p:nvSpPr>
        <p:spPr>
          <a:xfrm>
            <a:off x="685800" y="385876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შეიძლება გამოიყენოს Template Engine (Blade, Twig)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4185" y="875665"/>
            <a:ext cx="4572000" cy="347472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20" name="Text 18"/>
          <p:cNvSpPr/>
          <p:nvPr/>
        </p:nvSpPr>
        <p:spPr>
          <a:xfrm>
            <a:off x="4274185" y="91795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📄  users.php  (View)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Controller — კონტროლერი</a:t>
            </a:r>
            <a:endParaRPr lang="en-US" sz="2400" dirty="0"/>
          </a:p>
        </p:txBody>
      </p:sp>
      <p:sp>
        <p:nvSpPr>
          <p:cNvPr id="10" name="Shape 3"/>
          <p:cNvSpPr/>
          <p:nvPr/>
        </p:nvSpPr>
        <p:spPr>
          <a:xfrm>
            <a:off x="274320" y="868680"/>
            <a:ext cx="3931920" cy="393192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274320" y="868680"/>
            <a:ext cx="3931920" cy="41148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2" name="Text 5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Controller-ის პასუხისმგებლობა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411480" y="1389888"/>
            <a:ext cx="201168" cy="20116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4" name="Text 7"/>
          <p:cNvSpPr/>
          <p:nvPr/>
        </p:nvSpPr>
        <p:spPr>
          <a:xfrm>
            <a:off x="685800" y="13716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HTTP Request-ებს ამუშავებს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411480" y="2011680"/>
            <a:ext cx="201168" cy="20116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6" name="Text 9"/>
          <p:cNvSpPr/>
          <p:nvPr/>
        </p:nvSpPr>
        <p:spPr>
          <a:xfrm>
            <a:off x="685800" y="199339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Model-ს გამოიძახებს მონაცემებისთვის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11480" y="2633472"/>
            <a:ext cx="201168" cy="20116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8" name="Text 11"/>
          <p:cNvSpPr/>
          <p:nvPr/>
        </p:nvSpPr>
        <p:spPr>
          <a:xfrm>
            <a:off x="685800" y="26151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View-ს გადასცემს მონაცემებს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11480" y="3255264"/>
            <a:ext cx="201168" cy="20116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20" name="Text 13"/>
          <p:cNvSpPr/>
          <p:nvPr/>
        </p:nvSpPr>
        <p:spPr>
          <a:xfrm>
            <a:off x="685800" y="323697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Logic-ი არ შეიცავს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11480" y="3877056"/>
            <a:ext cx="201168" cy="20116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22" name="Text 15"/>
          <p:cNvSpPr/>
          <p:nvPr/>
        </p:nvSpPr>
        <p:spPr>
          <a:xfrm>
            <a:off x="685800" y="385876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Router-ი მასზე მიმართავს Request-ებს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389120" y="878840"/>
            <a:ext cx="4572000" cy="3931920"/>
          </a:xfrm>
          <a:prstGeom prst="rect">
            <a:avLst/>
          </a:prstGeom>
          <a:solidFill>
            <a:srgbClr val="1A2A3F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pPr algn="l"/>
            <a:endParaRPr lang="en-US" altLang="en-US"/>
          </a:p>
          <a:p>
            <a:pPr algn="l"/>
            <a:endParaRPr lang="en-US" altLang="en-US"/>
          </a:p>
          <a:p>
            <a:pPr algn="l"/>
            <a:endParaRPr lang="en-US" altLang="en-US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r>
              <a:rPr lang="en-US" altLang="en-US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UserController {   </a:t>
            </a:r>
            <a:endParaRPr lang="en-US" altLang="en-US" sz="16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r>
              <a:rPr lang="en-US" altLang="en-US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public function index() {</a:t>
            </a:r>
            <a:endParaRPr lang="en-US" altLang="en-US" sz="16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endParaRPr lang="en-US" altLang="en-US" sz="16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r>
              <a:rPr lang="en-US" altLang="en-US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    $users = UserModel::getAll(); </a:t>
            </a:r>
            <a:endParaRPr lang="en-US" altLang="en-US" sz="16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endParaRPr lang="en-US" altLang="en-US" sz="16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r>
              <a:rPr lang="en-US" altLang="en-US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    require 'view/users.php'; </a:t>
            </a:r>
            <a:endParaRPr lang="en-US" altLang="en-US" sz="16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r>
              <a:rPr lang="en-US" altLang="en-US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}</a:t>
            </a:r>
            <a:endParaRPr lang="en-US" altLang="en-US" sz="16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r>
              <a:rPr lang="en-US" altLang="en-US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}</a:t>
            </a:r>
            <a:endParaRPr lang="en-US" altLang="en-US" sz="16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4389120" y="843280"/>
            <a:ext cx="4572000" cy="347472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25" name="Text Box 24"/>
          <p:cNvSpPr txBox="1"/>
          <p:nvPr/>
        </p:nvSpPr>
        <p:spPr>
          <a:xfrm>
            <a:off x="4448175" y="881380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📄  UserController.php</a:t>
            </a:r>
            <a:endParaRPr lang="en-US" dirty="0">
              <a:solidFill>
                <a:srgbClr val="94A3B8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73"/>
        </a:solidFill>
        <a:effectLst/>
      </p:bgPr>
    </p:bg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" name="Google Shape;747;p32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748" name="Google Shape;748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750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53" name="Google Shape;753;p32"/>
          <p:cNvGrpSpPr/>
          <p:nvPr/>
        </p:nvGrpSpPr>
        <p:grpSpPr>
          <a:xfrm rot="10800000" flipH="1">
            <a:off x="0" y="-4"/>
            <a:ext cx="1022509" cy="572747"/>
            <a:chOff x="-77" y="3784091"/>
            <a:chExt cx="2423582" cy="1357541"/>
          </a:xfrm>
        </p:grpSpPr>
        <p:sp>
          <p:nvSpPr>
            <p:cNvPr id="754" name="Google Shape;754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264160" y="396875"/>
            <a:ext cx="93535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MVC-ის ნაკადი — Request-დან Response-მდე</a:t>
            </a:r>
            <a:endParaRPr lang="en-US" altLang="en-US" sz="3200" b="1" dirty="0">
              <a:solidFill>
                <a:srgbClr val="FFFF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" y="1920240"/>
            <a:ext cx="1371600" cy="1097280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(User)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1371600" cy="1097280"/>
          </a:xfrm>
          <a:prstGeom prst="rect">
            <a:avLst/>
          </a:prstGeom>
          <a:solidFill>
            <a:srgbClr val="64748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 anchor="ctr" anchorCtr="0"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Router</a:t>
            </a:r>
            <a:endParaRPr lang="en-US"/>
          </a:p>
        </p:txBody>
      </p:sp>
      <p:sp>
        <p:nvSpPr>
          <p:cNvPr id="2" name="Text 7"/>
          <p:cNvSpPr/>
          <p:nvPr/>
        </p:nvSpPr>
        <p:spPr>
          <a:xfrm>
            <a:off x="3474720" y="1920240"/>
            <a:ext cx="1463040" cy="10972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1920240"/>
            <a:ext cx="1371600" cy="1097280"/>
          </a:xfrm>
          <a:prstGeom prst="rect">
            <a:avLst/>
          </a:prstGeom>
          <a:solidFill>
            <a:srgbClr val="10B981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 anchor="ctr" anchorCtr="0"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Model</a:t>
            </a: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0" y="1920240"/>
            <a:ext cx="1645920" cy="1097280"/>
          </a:xfrm>
          <a:prstGeom prst="rect">
            <a:avLst/>
          </a:prstGeom>
          <a:solidFill>
            <a:srgbClr val="F59E0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 anchor="ctr" anchorCtr="0"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Database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54480" y="2240280"/>
            <a:ext cx="2743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240280"/>
            <a:ext cx="2743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2240280"/>
            <a:ext cx="2743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240280"/>
            <a:ext cx="2743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30632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Request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გზავნის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30632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URL-ს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ანაწილებს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0632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Model-ს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იძახებს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0" y="30632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DB-ს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ეკითხება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30632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მონაცემებს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აბრუნებს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3657600"/>
            <a:ext cx="1463040" cy="914400"/>
          </a:xfrm>
          <a:prstGeom prst="rect">
            <a:avLst/>
          </a:prstGeom>
          <a:solidFill>
            <a:srgbClr val="F59E0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 anchor="ctr" anchorCtr="0"/>
          <a:p>
            <a:pPr algn="ctr"/>
            <a:r>
              <a:rPr lang="en-US" b="1" dirty="0">
                <a:solidFill>
                  <a:srgbClr val="0F172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View</a:t>
            </a:r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37760" y="4114800"/>
            <a:ext cx="2743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468880"/>
            <a:ext cx="0" cy="164592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554480" y="4114800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480" y="2468880"/>
            <a:ext cx="0" cy="164592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645920" y="4160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Response (HTML)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20440" y="34747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მონაც. გადასცემს View-ს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solidFill>
            <a:srgbClr val="0D3D38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8D8C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PHP — MVC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30098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Calibri" panose="020F0502020204030204" charset="0"/>
                <a:ea typeface="Georgia" panose="02040502050405020303" pitchFamily="34" charset="-122"/>
                <a:cs typeface="Calibri" panose="020F0502020204030204" charset="0"/>
              </a:rPr>
              <a:t>MVC-ის </a:t>
            </a:r>
            <a:r>
              <a:rPr lang="en-US" sz="3200" b="1" dirty="0">
                <a:solidFill>
                  <a:srgbClr val="4F8EF7"/>
                </a:solidFill>
                <a:latin typeface="Calibri" panose="020F0502020204030204" charset="0"/>
                <a:ea typeface="Georgia" panose="02040502050405020303" pitchFamily="34" charset="-122"/>
                <a:cs typeface="Calibri" panose="020F0502020204030204" charset="0"/>
              </a:rPr>
              <a:t>უპირატესობები</a:t>
            </a:r>
            <a:endParaRPr lang="en-US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5331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1609344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კოდის ორგანიზება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21408" y="1261872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135331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31136" y="1609344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31336" y="1261872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41064" y="135331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41064" y="1609344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მარტივი სტრუქტურა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41264" y="1261872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135331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50992" y="1609344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მარტივი მხარდაჭერა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51192" y="1261872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35331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60920" y="1609344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გუნდური მუშაობის გამარტივება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2569464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2660904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" y="2916936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კოდის ხელახლა გამოყენება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21408" y="2569464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31136" y="2660904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31136" y="2916936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მარტივი გაფართოება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31336" y="2569464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41064" y="2660904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41064" y="2916936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მარტივი ტესტირება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41264" y="2569464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2660904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50992" y="2916936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ნაკლები შეცდომები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51192" y="2569464"/>
            <a:ext cx="1600200" cy="1143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2660904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2916936"/>
            <a:ext cx="139903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F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უკეთესი კოდის მართვა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91440" cy="914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773168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3D507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Model · View · Controller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PHP MVC — საქაღალდის სტრუქტურა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0D1117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6" name="Text 4"/>
          <p:cNvSpPr/>
          <p:nvPr/>
        </p:nvSpPr>
        <p:spPr>
          <a:xfrm>
            <a:off x="365760" y="90525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📁 Project Structure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project/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app/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Models/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02536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│   └── User.php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Views/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496312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│   └── users.php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743200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Controllers/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90088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  └── UserController.php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36976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config/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483864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database.php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730752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public/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index.php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224528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└── routes/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71416"/>
            <a:ext cx="3840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└── web.php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914400"/>
            <a:ext cx="420624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914400"/>
            <a:ext cx="64008" cy="6858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4754880" y="950976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18872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Database Class-ები. მონაცემების სტრუქტურა და ბიზნეს-ლოგიკა.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691640"/>
            <a:ext cx="420624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691640"/>
            <a:ext cx="64008" cy="685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4754880" y="1728216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Views/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196596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HTML Templates. მხოლოდ ვიზუალური ნაწილი. PHP Output.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468880"/>
            <a:ext cx="420624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468880"/>
            <a:ext cx="64008" cy="6858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1" name="Text 29"/>
          <p:cNvSpPr/>
          <p:nvPr/>
        </p:nvSpPr>
        <p:spPr>
          <a:xfrm>
            <a:off x="4754880" y="2505456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Controllers/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274320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Request Handler-ები. Model-სა და View-ს აკავშირებს.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246120"/>
            <a:ext cx="420624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3246120"/>
            <a:ext cx="64008" cy="68580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5" name="Text 33"/>
          <p:cNvSpPr/>
          <p:nvPr/>
        </p:nvSpPr>
        <p:spPr>
          <a:xfrm>
            <a:off x="4754880" y="3282696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public/index.php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Entry Point. ყველა Request აქ შემოდის (Front Controller).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4023360"/>
            <a:ext cx="420624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4023360"/>
            <a:ext cx="64008" cy="685800"/>
          </a:xfrm>
          <a:prstGeom prst="rect">
            <a:avLst/>
          </a:prstGeom>
          <a:solidFill>
            <a:srgbClr val="D2A8FF"/>
          </a:solidFill>
        </p:spPr>
      </p:sp>
      <p:sp>
        <p:nvSpPr>
          <p:cNvPr id="39" name="Text 37"/>
          <p:cNvSpPr/>
          <p:nvPr/>
        </p:nvSpPr>
        <p:spPr>
          <a:xfrm>
            <a:off x="4754880" y="4059936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routes/web.php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2976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URL → Controller მიმართვები (Routing Table).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65" y="1365538"/>
            <a:ext cx="6067426" cy="2412423"/>
          </a:xfrm>
        </p:spPr>
        <p:txBody>
          <a:bodyPr/>
          <a:lstStyle/>
          <a:p>
            <a:pPr algn="ctr"/>
            <a:r>
              <a:rPr lang="" altLang="en-US" sz="4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მადლობა</a:t>
            </a:r>
            <a:br>
              <a:rPr lang="" altLang="en-US" sz="4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</a:br>
            <a:r>
              <a:rPr lang="" altLang="en-US" sz="4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ყურადღებისთვის!</a:t>
            </a:r>
            <a:endParaRPr lang="" altLang="en-US" sz="48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2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3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4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5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6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7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8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9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10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11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12.xml><?xml version="1.0" encoding="utf-8"?>
<p:tagLst xmlns:p="http://schemas.openxmlformats.org/presentationml/2006/main">
  <p:tag name="KSO_WM_DIAGRAM_VIRTUALLY_FRAME" val="{&quot;height&quot;:194.4,&quot;left&quot;:28.8,&quot;top&quot;:183.6,&quot;width&quot;:655.2}"/>
</p:tagLst>
</file>

<file path=ppt/tags/tag13.xml><?xml version="1.0" encoding="utf-8"?>
<p:tagLst xmlns:p="http://schemas.openxmlformats.org/presentationml/2006/main">
  <p:tag name="RESOURCE_RECORD_KEY" val="{&quot;70&quot;:[3319550]}"/>
</p:tagLst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2783</Words>
  <Application>WPS Presentation</Application>
  <PresentationFormat>On-screen Show (16:9)</PresentationFormat>
  <Paragraphs>254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4" baseType="lpstr">
      <vt:lpstr>Arial</vt:lpstr>
      <vt:lpstr>SimSun</vt:lpstr>
      <vt:lpstr>Wingdings</vt:lpstr>
      <vt:lpstr>Arial</vt:lpstr>
      <vt:lpstr>Oswald</vt:lpstr>
      <vt:lpstr>Roboto</vt:lpstr>
      <vt:lpstr>Livvic</vt:lpstr>
      <vt:lpstr>Roboto Condensed Light</vt:lpstr>
      <vt:lpstr>Raleway</vt:lpstr>
      <vt:lpstr>Calibri</vt:lpstr>
      <vt:lpstr>Courier New</vt:lpstr>
      <vt:lpstr>Microsoft YaHei</vt:lpstr>
      <vt:lpstr>Arial Unicode MS</vt:lpstr>
      <vt:lpstr>Calibri</vt:lpstr>
      <vt:lpstr>Calibri</vt:lpstr>
      <vt:lpstr>Consolas</vt:lpstr>
      <vt:lpstr>Consolas</vt:lpstr>
      <vt:lpstr>Consolas</vt:lpstr>
      <vt:lpstr>Consolas</vt:lpstr>
      <vt:lpstr>Wingdings</vt:lpstr>
      <vt:lpstr>Georgia</vt:lpstr>
      <vt:lpstr>Georgia</vt:lpstr>
      <vt:lpstr>Georgia</vt:lpstr>
      <vt:lpstr>Gadugi</vt:lpstr>
      <vt:lpstr>Software Development Bussines Plan by Slidesgo</vt:lpstr>
      <vt:lpstr>PowerPoint 演示文稿</vt:lpstr>
      <vt:lpstr>What Is AI in Education?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for Your Attention!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Anano Joloxava</cp:lastModifiedBy>
  <cp:revision>12</cp:revision>
  <dcterms:created xsi:type="dcterms:W3CDTF">2026-05-11T22:09:00Z</dcterms:created>
  <dcterms:modified xsi:type="dcterms:W3CDTF">2026-05-30T00:32:53Z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18163E351E674D0C80963DE2E332CA61_13</vt:lpwstr>
  </property>
  <property fmtid="{D5CDD505-2E9C-101B-9397-08002B2CF9AE}" pid="3" name="KSOProductBuildVer">
    <vt:lpwstr>1033-12.2.0.23196</vt:lpwstr>
  </property>
</Properties>
</file>